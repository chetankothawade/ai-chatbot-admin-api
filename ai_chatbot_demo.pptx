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Chatbot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Laravel + React</a:t>
            </a:r>
          </a:p>
          <a:p>
            <a:r>
              <a:t>ChatGPT-like AI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chatbot system for real-time AI conversations</a:t>
            </a:r>
          </a:p>
          <a:p>
            <a:r>
              <a:t>Secure, scalable, and extensible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queries</a:t>
            </a:r>
          </a:p>
          <a:p>
            <a:r>
              <a:t>Improve UX</a:t>
            </a:r>
          </a:p>
          <a:p>
            <a:r>
              <a:t>Provide AI-powered responses</a:t>
            </a:r>
          </a:p>
          <a:p>
            <a:r>
              <a:t>Context-aware conversations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→ Laravel API → Service Layer → DB → OpenAI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API → Save Message → AI → Store Response →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UI</a:t>
            </a:r>
          </a:p>
          <a:p>
            <a:r>
              <a:t>Context awareness</a:t>
            </a:r>
          </a:p>
          <a:p>
            <a:r>
              <a:t>JWT Security</a:t>
            </a:r>
          </a:p>
          <a:p>
            <a:r>
              <a:t>Chat history</a:t>
            </a:r>
          </a:p>
          <a:p>
            <a:r>
              <a:t>Streaming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Sessions</a:t>
            </a:r>
          </a:p>
          <a:p>
            <a:r>
              <a:t>Messages</a:t>
            </a:r>
          </a:p>
          <a:p>
            <a:r>
              <a:t>AI Integration</a:t>
            </a:r>
          </a:p>
          <a:p>
            <a:r>
              <a:t>Metadata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React, Laravel 12, MySQL, OpenAI, Redis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 AI</a:t>
            </a:r>
          </a:p>
          <a:p>
            <a:r>
              <a:t>Voice input</a:t>
            </a:r>
          </a:p>
          <a:p>
            <a:r>
              <a:t>AI Agents</a:t>
            </a:r>
          </a:p>
          <a:p>
            <a:r>
              <a:t>Multi-language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AI chatbot platform</a:t>
            </a:r>
          </a:p>
          <a:p>
            <a:r>
              <a:t>Enterprise-ready</a:t>
            </a:r>
          </a:p>
          <a:p>
            <a:r>
              <a:t>Future expansion supported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